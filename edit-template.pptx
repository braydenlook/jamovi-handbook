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00CC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D35F2-FE2D-B7B7-A275-377297F89D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185DB-8E56-7A44-DFF4-C213C70F7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32BF7-64FF-7A28-FB86-B173A9C5E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7F7B-88C8-4813-8E97-1107F835AFD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C62DA-435B-E939-DDA9-F4D8044F2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3D035-D412-8358-F153-79E278869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F06FA-8E4D-4FCD-9417-65B0D17EA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63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CBDE2-4795-2BBD-45DD-DB63C1F1B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A8590-00A1-EE84-71BF-FCD5CC99C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325A4-439A-2040-8991-570E475A9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7F7B-88C8-4813-8E97-1107F835AFD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84A8E-C78E-9AC3-AFF4-08B5F70EB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B5EE5-B2B0-C205-237E-BCE76A1CF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F06FA-8E4D-4FCD-9417-65B0D17EA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15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95FB-F350-B8FF-E326-98152174C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ED05F-5F10-4706-8B06-D1E7BD0C2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0DF1C-E3C2-9614-79BE-5516DD494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7F7B-88C8-4813-8E97-1107F835AFD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B4D10-8444-0E73-E732-9F67259D6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28427-BB6F-70E5-BF2D-D1D52B19F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F06FA-8E4D-4FCD-9417-65B0D17EA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F8B0-44C0-8B8C-D2F0-07F6139F7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5FBB9-FE22-537B-6693-B97B194E8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60C2C-5A81-3EAD-EBFE-6E397D846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74326-61B2-C203-C99C-7221030B8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7F7B-88C8-4813-8E97-1107F835AFD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6FF29-6861-C272-6131-8706A068E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FFAFF-BAB2-C828-4070-9E2D52F18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F06FA-8E4D-4FCD-9417-65B0D17EA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796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5BAF-58D3-A921-95B4-CD09E758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EB661-8294-BABB-0F57-74825EE1B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EFD889-446C-49AB-C897-F1F4D23A7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BC8793-F65F-6A43-AB9A-67FDAF2DDC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781D3A-F555-27FD-D77A-D917C2F359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DA2C70-B703-F0F5-D630-3218293B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7F7B-88C8-4813-8E97-1107F835AFD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5BA2CF-0EB7-19D6-2C21-15E617B4C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981C63-8C66-4E21-9C7E-18BC04974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F06FA-8E4D-4FCD-9417-65B0D17EA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591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F4770-BF88-1AA9-8992-87B142D56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9AF801-7701-45FE-C8EF-0EE2C705B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7F7B-88C8-4813-8E97-1107F835AFD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B2E4C-D130-96BA-4B16-D678998D5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F2A7E-0AB1-F301-86C1-53D4A62E8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F06FA-8E4D-4FCD-9417-65B0D17EA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41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A488A5-16C2-5B91-C26D-7ADDD2D8E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7F7B-88C8-4813-8E97-1107F835AFD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C4EA69-ED3C-AE33-6C47-7DC91F761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B7046-BA27-E681-E606-25CB3A555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F06FA-8E4D-4FCD-9417-65B0D17EA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347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0EA6C-B898-266F-1B5B-B020AFE6D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9DB6D-EC40-BC89-7C5C-0EC85DC04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FB6540-CE3B-C4DF-045D-5848E8B32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A3560-D4AC-FA28-2BE5-86F0A9192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7F7B-88C8-4813-8E97-1107F835AFD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AE743-7F80-36A1-FAC6-16DA5FB19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36B13-3848-7AF2-95BB-AB36C5DB3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F06FA-8E4D-4FCD-9417-65B0D17EA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37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5ACEE-A579-D69C-57AC-CD919951C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759EA0-3045-7B44-C0D3-09AC0D0934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A8AF09-8041-FA82-D4A6-52032C92B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FDE21-40AC-E1EB-B891-8A2F81300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7F7B-88C8-4813-8E97-1107F835AFD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4BB0F5-3410-C0D3-1BF4-25BD147BE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1C632-12B3-E4A0-6AB4-6AC9A915C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F06FA-8E4D-4FCD-9417-65B0D17EA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4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F6394-9316-12BD-1782-7EB1FA1E5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4FE03-289F-A05B-A996-6FB936684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5FBAF-22F2-8D3B-EFA0-D10B24CE7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7F7B-88C8-4813-8E97-1107F835AFD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5179F-0396-1BC3-BC51-C401D5676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BF7C7-1748-F0F3-0774-D8C72DAA3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F06FA-8E4D-4FCD-9417-65B0D17EA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331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67FEE5-E1C0-3D48-06F0-BD61B4794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67B49-410B-7CE4-D868-6C3887826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C5F46-0277-8521-27B4-8484D5B9C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47F7B-88C8-4813-8E97-1107F835AFD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EDD17-B0B5-82A3-CA5D-16F796E7F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2E114-8752-3858-22EF-F007610E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F06FA-8E4D-4FCD-9417-65B0D17EA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725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1929D8-C66B-9894-9953-7893F5B05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ABFE0-B18F-1FA5-0843-E7814F0CC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C0A6-DD6A-9E9B-F927-270FBABC9C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47F7B-88C8-4813-8E97-1107F835AFD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89652-B0FB-C5ED-55A2-54062DE85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65A84-B4A4-531E-0687-C39AE4422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EF06FA-8E4D-4FCD-9417-65B0D17EA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33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94B74137-39D4-C2A1-D2B7-0A34BAE84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661" y="3573597"/>
            <a:ext cx="5397777" cy="2121009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034D0A5C-0823-7AFC-0981-2930E9C8E6E6}"/>
              </a:ext>
            </a:extLst>
          </p:cNvPr>
          <p:cNvGrpSpPr/>
          <p:nvPr/>
        </p:nvGrpSpPr>
        <p:grpSpPr>
          <a:xfrm>
            <a:off x="1006601" y="860361"/>
            <a:ext cx="6064562" cy="2375599"/>
            <a:chOff x="1006601" y="860361"/>
            <a:chExt cx="6064562" cy="2375599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CD66441D-1216-02FB-6CAC-60C4F9796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834"/>
            <a:stretch>
              <a:fillRect/>
            </a:stretch>
          </p:blipFill>
          <p:spPr>
            <a:xfrm>
              <a:off x="1006601" y="860361"/>
              <a:ext cx="6064562" cy="2375599"/>
            </a:xfrm>
            <a:prstGeom prst="rect">
              <a:avLst/>
            </a:prstGeom>
          </p:spPr>
        </p:pic>
        <p:sp>
          <p:nvSpPr>
            <p:cNvPr id="63" name="Arrow: Right 62">
              <a:extLst>
                <a:ext uri="{FF2B5EF4-FFF2-40B4-BE49-F238E27FC236}">
                  <a16:creationId xmlns:a16="http://schemas.microsoft.com/office/drawing/2014/main" id="{D7B09BCA-6732-0521-9318-F7B32C9892CB}"/>
                </a:ext>
              </a:extLst>
            </p:cNvPr>
            <p:cNvSpPr/>
            <p:nvPr/>
          </p:nvSpPr>
          <p:spPr>
            <a:xfrm rot="12886040">
              <a:off x="5602190" y="2250180"/>
              <a:ext cx="1150096" cy="437978"/>
            </a:xfrm>
            <a:prstGeom prst="rightArrow">
              <a:avLst>
                <a:gd name="adj1" fmla="val 50000"/>
                <a:gd name="adj2" fmla="val 78185"/>
              </a:avLst>
            </a:prstGeom>
            <a:solidFill>
              <a:srgbClr val="FF0000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56709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Brayden Look</dc:creator>
  <cp:lastModifiedBy>Brayden Look</cp:lastModifiedBy>
  <cp:revision>5</cp:revision>
  <dcterms:created xsi:type="dcterms:W3CDTF">2026-06-10T14:28:58Z</dcterms:created>
  <dcterms:modified xsi:type="dcterms:W3CDTF">2026-06-24T15:55:23Z</dcterms:modified>
</cp:coreProperties>
</file>